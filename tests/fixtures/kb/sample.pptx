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about risks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beta in May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